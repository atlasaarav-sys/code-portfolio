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7" r:id="rId5"/>
    <p:sldId id="268" r:id="rId6"/>
    <p:sldId id="258" r:id="rId7"/>
    <p:sldId id="271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3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0213DF-CE16-3971-2E9F-A66C5C075D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0F52B0-DF61-30F5-CCB4-1D6FEC097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FFAC0-F92D-4852-A0FC-C04CB0F7D45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22970-EA30-A006-E4DC-94B7AE3F18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3103A-F590-5E61-B66A-40EF5E3871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0F0B1-DCEA-47D6-BA1D-E8E860CBB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8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16AE5-7CDB-5548-96F3-88F9074F3BD7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BECAE7-D23B-7049-B1AB-835E8EC87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79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ECAE7-D23B-7049-B1AB-835E8EC87BE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757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7D20-DB40-B93B-7888-39B82BE8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4C446-9BBB-BEFD-6C01-37D3C1957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A5566-987B-8F14-CAD3-632232142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682D8-45C3-A941-EEF6-7CD4E5BEA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ECAE7-D23B-7049-B1AB-835E8EC87BE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26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E5B4-6FB5-0A79-C66C-D5E36A5E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A9C0A-7868-D6BD-4A89-4FF8301FF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9BC62-9E55-BD39-6D6B-471768036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02D7D-F0CC-09DF-43D9-4D54C15F2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ECAE7-D23B-7049-B1AB-835E8EC87BE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630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99E0-D447-85B9-4798-7E17D5B0F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44" y="246888"/>
            <a:ext cx="5599168" cy="2338280"/>
          </a:xfrm>
        </p:spPr>
        <p:txBody>
          <a:bodyPr anchor="t" anchorCtr="0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F860E-B033-E10A-239B-53FE1150F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591" y="2664823"/>
            <a:ext cx="5623560" cy="425849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8E7ED45-1E1C-C625-3BE9-DE3111FA1D4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217294" y="310896"/>
            <a:ext cx="5669906" cy="27797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821975B-40D9-859F-BD5F-8BF72E8832F0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01744" y="3392424"/>
            <a:ext cx="3749040" cy="3145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C20CFB2-BE09-A8FD-3C91-33E720ED788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353400" y="3392424"/>
            <a:ext cx="7532536" cy="3145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8861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BFBFDE-4654-3EEF-D465-E78B69AC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246888"/>
            <a:ext cx="5646955" cy="1920240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B11C-B8E6-F81E-3940-7A3778B9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294" y="274320"/>
            <a:ext cx="5640593" cy="192024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0D14757-E741-B07A-8335-61669896DFE4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301742" y="2504661"/>
            <a:ext cx="5639800" cy="40332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7CF9529-BDD8-3A93-B2E0-A3FCC4CE29C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243294" y="2495914"/>
            <a:ext cx="5639801" cy="40332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9548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1EF75E-C510-680B-00CA-BDA501908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246888"/>
            <a:ext cx="11596081" cy="83019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B7F97EB-470F-4D71-5245-DEFA8628A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794" y="1496701"/>
            <a:ext cx="3383280" cy="548640"/>
          </a:xfrm>
        </p:spPr>
        <p:txBody>
          <a:bodyPr/>
          <a:lstStyle>
            <a:lvl1pPr marL="0" indent="0">
              <a:buNone/>
              <a:defRPr sz="16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B11C-B8E6-F81E-3940-7A3778B9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793" y="2164413"/>
            <a:ext cx="3383280" cy="43293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06462E-3089-3CDB-84C2-DB5DD5134DA9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4387071" y="1496701"/>
            <a:ext cx="3383280" cy="548640"/>
          </a:xfrm>
        </p:spPr>
        <p:txBody>
          <a:bodyPr/>
          <a:lstStyle>
            <a:lvl1pPr marL="0" indent="0">
              <a:buNone/>
              <a:defRPr sz="16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B33B92-4401-AEB2-2882-9FC19E6ECE8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87071" y="2164413"/>
            <a:ext cx="3383280" cy="43293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45C848E-0BBE-404E-F20E-B3EBC90CE2E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8498425" y="1496701"/>
            <a:ext cx="3383280" cy="548640"/>
          </a:xfrm>
        </p:spPr>
        <p:txBody>
          <a:bodyPr/>
          <a:lstStyle>
            <a:lvl1pPr marL="0" indent="0">
              <a:buNone/>
              <a:defRPr sz="16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E45918-3617-1498-0801-D732B272900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498425" y="2164413"/>
            <a:ext cx="3383280" cy="43293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41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ADFE350-7055-48FC-6A08-5728C6A2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46888"/>
            <a:ext cx="3657600" cy="118872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0D14757-E741-B07A-8335-61669896DFE4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301740" y="1611287"/>
            <a:ext cx="3657600" cy="23124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7CF9529-BDD8-3A93-B2E0-A3FCC4CE29C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02487" y="4225499"/>
            <a:ext cx="3657600" cy="23124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B11C-B8E6-F81E-3940-7A3778B9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0053" y="274320"/>
            <a:ext cx="7626096" cy="1143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8A2FE6E-0261-5AAA-EDB0-18DFF8569A6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270053" y="1609344"/>
            <a:ext cx="7626096" cy="49456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188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7BC4F87-3074-0DC5-3750-835F9252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46888"/>
            <a:ext cx="5040810" cy="118872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B11C-B8E6-F81E-3940-7A3778B9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4320"/>
            <a:ext cx="5787887" cy="109728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0D14757-E741-B07A-8335-61669896DFE4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301742" y="1611287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FDE1FDF-5ECC-98CD-05AD-AA43944A8662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267200" y="1611287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D01159A-CF5D-B583-DC0E-9A4030EFAAC2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8222803" y="1611287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7CF9529-BDD8-3A93-B2E0-A3FCC4CE29C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02489" y="4237118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AEA3B4B-F084-4C3F-5632-8A58A6FA1AA5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267200" y="4237118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0B3E00B-2CFB-CCCF-2F68-96A2377F0076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222803" y="4237118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97889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ADFE350-7055-48FC-6A08-5728C6A2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246888"/>
            <a:ext cx="7626096" cy="118872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B11C-B8E6-F81E-3940-7A3778B9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274320"/>
            <a:ext cx="3657600" cy="1143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8A2FE6E-0261-5AAA-EDB0-18DFF8569A6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01750" y="1609344"/>
            <a:ext cx="7626096" cy="49456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0D14757-E741-B07A-8335-61669896DFE4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229600" y="1609344"/>
            <a:ext cx="3657600" cy="4946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5228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ADFE350-7055-48FC-6A08-5728C6A2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246888"/>
            <a:ext cx="7626096" cy="118872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8A2FE6E-0261-5AAA-EDB0-18DFF8569A6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01751" y="1609344"/>
            <a:ext cx="7626096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B35CCC0-427E-3288-935F-EE5F356B83A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02489" y="4233672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18542DB-AECC-B22D-0585-F3DB8F14342F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270248" y="4233672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B11C-B8E6-F81E-3940-7A3778B9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274320"/>
            <a:ext cx="3657600" cy="1143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0D14757-E741-B07A-8335-61669896DFE4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229600" y="1609344"/>
            <a:ext cx="3657600" cy="4946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7100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3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7BC4F87-3074-0DC5-3750-835F9252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46888"/>
            <a:ext cx="3657600" cy="118872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B11C-B8E6-F81E-3940-7A3778B9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12" y="1611287"/>
            <a:ext cx="3657600" cy="231246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3D28EC4-C451-52B2-8891-E225821A0D9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02489" y="4233672"/>
            <a:ext cx="365760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FDE1FDF-5ECC-98CD-05AD-AA43944A8662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270248" y="301752"/>
            <a:ext cx="7626096" cy="36219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0B3E00B-2CFB-CCCF-2F68-96A2377F0076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4270247" y="4233672"/>
            <a:ext cx="7626096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9341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4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7BC4F87-3074-0DC5-3750-835F9252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246888"/>
            <a:ext cx="5645883" cy="118872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0D14757-E741-B07A-8335-61669896DFE4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301742" y="1611287"/>
            <a:ext cx="265176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FDE1FDF-5ECC-98CD-05AD-AA43944A8662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296612" y="1611287"/>
            <a:ext cx="2651760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7CF9529-BDD8-3A93-B2E0-A3FCC4CE29C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02488" y="4233672"/>
            <a:ext cx="5645883" cy="231343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D01159A-CF5D-B583-DC0E-9A4030EFAAC2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6245352" y="320041"/>
            <a:ext cx="5641848" cy="360370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B11C-B8E6-F81E-3940-7A3778B9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5352" y="4233671"/>
            <a:ext cx="5641848" cy="23134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71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1EF75E-C510-680B-00CA-BDA501908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46888"/>
            <a:ext cx="7680960" cy="118872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ADD1F2-8440-6250-7C8C-02FC1463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2479" y="274319"/>
            <a:ext cx="3641408" cy="109728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90323CA-9BEE-1159-BFC9-C7F0DD4500BA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301752" y="1603512"/>
            <a:ext cx="11594066" cy="44071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B2940C54-91DC-9CC0-F47B-A406850D57D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30F73E-489E-4A08-94E8-5986C37DD1E7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F3AE4E4-CC4C-5DF7-C14A-F6D4CF99AE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6290" y="6251782"/>
            <a:ext cx="2867406" cy="365125"/>
          </a:xfrm>
        </p:spPr>
        <p:txBody>
          <a:bodyPr/>
          <a:lstStyle/>
          <a:p>
            <a:r>
              <a:rPr lang="en-US" dirty="0"/>
              <a:t>|  North Beach Decor</a:t>
            </a:r>
          </a:p>
        </p:txBody>
      </p:sp>
    </p:spTree>
    <p:extLst>
      <p:ext uri="{BB962C8B-B14F-4D97-AF65-F5344CB8AC3E}">
        <p14:creationId xmlns:p14="http://schemas.microsoft.com/office/powerpoint/2010/main" val="410039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urple and white plaid&#10;&#10;AI-generated content may be incorrect." hidden="1">
            <a:extLst>
              <a:ext uri="{FF2B5EF4-FFF2-40B4-BE49-F238E27FC236}">
                <a16:creationId xmlns:a16="http://schemas.microsoft.com/office/drawing/2014/main" id="{287C3955-976E-D8B4-38B0-47BF0E04D99A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-1"/>
            <a:ext cx="12188952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8980D-A1F1-C972-6C95-490811B1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7BB72-2103-FF4E-3591-E5E68F4AC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E3007-9153-82B7-FA72-AB448DD4D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592" y="6251782"/>
            <a:ext cx="617884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fld id="{DCEA1F94-DEC7-4C1B-A040-10C4FFC85862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14" name="Freeform 13" hidden="1">
            <a:extLst>
              <a:ext uri="{FF2B5EF4-FFF2-40B4-BE49-F238E27FC236}">
                <a16:creationId xmlns:a16="http://schemas.microsoft.com/office/drawing/2014/main" id="{7065F276-F7A2-C0D6-22FD-F5F4F246585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2217 w 12192000"/>
              <a:gd name="connsiteY0" fmla="*/ 301752 h 6858000"/>
              <a:gd name="connsiteX1" fmla="*/ 302217 w 12192000"/>
              <a:gd name="connsiteY1" fmla="*/ 6556248 h 6858000"/>
              <a:gd name="connsiteX2" fmla="*/ 11889783 w 12192000"/>
              <a:gd name="connsiteY2" fmla="*/ 6556248 h 6858000"/>
              <a:gd name="connsiteX3" fmla="*/ 11889783 w 12192000"/>
              <a:gd name="connsiteY3" fmla="*/ 301752 h 6858000"/>
              <a:gd name="connsiteX4" fmla="*/ 0 w 12192000"/>
              <a:gd name="connsiteY4" fmla="*/ 0 h 6858000"/>
              <a:gd name="connsiteX5" fmla="*/ 302217 w 12192000"/>
              <a:gd name="connsiteY5" fmla="*/ 0 h 6858000"/>
              <a:gd name="connsiteX6" fmla="*/ 302217 w 12192000"/>
              <a:gd name="connsiteY6" fmla="*/ 0 h 6858000"/>
              <a:gd name="connsiteX7" fmla="*/ 11998411 w 12192000"/>
              <a:gd name="connsiteY7" fmla="*/ 0 h 6858000"/>
              <a:gd name="connsiteX8" fmla="*/ 11998411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019006 w 12192000"/>
              <a:gd name="connsiteY11" fmla="*/ 6858000 h 6858000"/>
              <a:gd name="connsiteX12" fmla="*/ 11889783 w 12192000"/>
              <a:gd name="connsiteY12" fmla="*/ 6858000 h 6858000"/>
              <a:gd name="connsiteX13" fmla="*/ 302217 w 12192000"/>
              <a:gd name="connsiteY13" fmla="*/ 6858000 h 6858000"/>
              <a:gd name="connsiteX14" fmla="*/ 172995 w 12192000"/>
              <a:gd name="connsiteY14" fmla="*/ 6858000 h 6858000"/>
              <a:gd name="connsiteX15" fmla="*/ 0 w 12192000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02217" y="301752"/>
                </a:moveTo>
                <a:lnTo>
                  <a:pt x="302217" y="6556248"/>
                </a:lnTo>
                <a:lnTo>
                  <a:pt x="11889783" y="6556248"/>
                </a:lnTo>
                <a:lnTo>
                  <a:pt x="11889783" y="301752"/>
                </a:lnTo>
                <a:close/>
                <a:moveTo>
                  <a:pt x="0" y="0"/>
                </a:moveTo>
                <a:lnTo>
                  <a:pt x="302217" y="0"/>
                </a:lnTo>
                <a:lnTo>
                  <a:pt x="302217" y="0"/>
                </a:lnTo>
                <a:lnTo>
                  <a:pt x="11998411" y="0"/>
                </a:lnTo>
                <a:lnTo>
                  <a:pt x="11998411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019006" y="6858000"/>
                </a:lnTo>
                <a:lnTo>
                  <a:pt x="11889783" y="6858000"/>
                </a:lnTo>
                <a:lnTo>
                  <a:pt x="302217" y="6858000"/>
                </a:lnTo>
                <a:lnTo>
                  <a:pt x="1729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982C563-19A4-F9AC-8181-6913D32D7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0496" y="6251782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|  North Beach Decor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08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9A62D4-0CE7-31E6-1EF9-3D8CB2781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9471" y="2736089"/>
            <a:ext cx="6353057" cy="692911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Aarav Artham Portfolio</a:t>
            </a:r>
          </a:p>
        </p:txBody>
      </p:sp>
    </p:spTree>
    <p:extLst>
      <p:ext uri="{BB962C8B-B14F-4D97-AF65-F5344CB8AC3E}">
        <p14:creationId xmlns:p14="http://schemas.microsoft.com/office/powerpoint/2010/main" val="142699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4C76-E966-F42E-4C87-A386BFA5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9DB110-C581-2F7D-BCFD-B053F6EA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74320"/>
            <a:ext cx="11588496" cy="1435148"/>
          </a:xfrm>
        </p:spPr>
        <p:txBody>
          <a:bodyPr anchor="ctr"/>
          <a:lstStyle/>
          <a:p>
            <a:pPr algn="ctr"/>
            <a:r>
              <a:rPr lang="en-US" dirty="0"/>
              <a:t>Composite Bulkhead Aeroshell Design LHR Solar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CA39DBE-FCCF-0A3E-CDC6-3D22B34E8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23406" y="1968651"/>
            <a:ext cx="256684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ANSYS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Composite structures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Aeroshell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Bulkhead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Sandwich panels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Ply layups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Fiber orientation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Laminate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Structural skins</a:t>
            </a:r>
          </a:p>
        </p:txBody>
      </p:sp>
      <p:pic>
        <p:nvPicPr>
          <p:cNvPr id="6" name="Picture Placeholder 5" descr="A 3d model of a flying vehicle&#10;&#10;AI-generated content may be incorrect.">
            <a:extLst>
              <a:ext uri="{FF2B5EF4-FFF2-40B4-BE49-F238E27FC236}">
                <a16:creationId xmlns:a16="http://schemas.microsoft.com/office/drawing/2014/main" id="{D57D8CF2-F2EC-6856-3498-2D81B1B74EFE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8323" r="8323"/>
          <a:stretch/>
        </p:blipFill>
        <p:spPr>
          <a:xfrm>
            <a:off x="5708879" y="2122539"/>
            <a:ext cx="3614527" cy="25849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5478B9-1902-B1B4-C390-CE0F0157B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70" y="1794027"/>
            <a:ext cx="5196239" cy="4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9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5B0D70-3F87-C060-2490-94BAB28C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74320"/>
            <a:ext cx="11588496" cy="1435148"/>
          </a:xfrm>
        </p:spPr>
        <p:txBody>
          <a:bodyPr anchor="ctr"/>
          <a:lstStyle/>
          <a:p>
            <a:pPr algn="ctr"/>
            <a:r>
              <a:rPr lang="en-US" dirty="0"/>
              <a:t>4 Cylinder engine</a:t>
            </a:r>
          </a:p>
        </p:txBody>
      </p:sp>
      <p:pic>
        <p:nvPicPr>
          <p:cNvPr id="12" name="Picture Placeholder 11" descr="A computer screen shot of a machine&#10;&#10;AI-generated content may be incorrect.">
            <a:extLst>
              <a:ext uri="{FF2B5EF4-FFF2-40B4-BE49-F238E27FC236}">
                <a16:creationId xmlns:a16="http://schemas.microsoft.com/office/drawing/2014/main" id="{E40512D2-BD26-E544-FF28-6FDAD5FF353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9216" r="9216"/>
          <a:stretch/>
        </p:blipFill>
        <p:spPr>
          <a:xfrm>
            <a:off x="301752" y="1709469"/>
            <a:ext cx="6305388" cy="4509294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865332F-513A-78A1-E840-1007E6F6B7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07140" y="1701958"/>
            <a:ext cx="558486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Engine assembly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 measurement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Tolerance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Component 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Rotating assemblies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Crankshaft alignment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Piston installation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3D Printing</a:t>
            </a:r>
          </a:p>
        </p:txBody>
      </p:sp>
    </p:spTree>
    <p:extLst>
      <p:ext uri="{BB962C8B-B14F-4D97-AF65-F5344CB8AC3E}">
        <p14:creationId xmlns:p14="http://schemas.microsoft.com/office/powerpoint/2010/main" val="112188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74174-B3BD-4343-C3F8-CFAF5725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0D43A5-DA7F-3DA7-66E8-C69359155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74320"/>
            <a:ext cx="11588496" cy="1435148"/>
          </a:xfrm>
        </p:spPr>
        <p:txBody>
          <a:bodyPr anchor="ctr"/>
          <a:lstStyle/>
          <a:p>
            <a:pPr algn="ctr"/>
            <a:r>
              <a:rPr lang="en-US" dirty="0"/>
              <a:t>Differential Gearbox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0327399-EC6B-A631-10A5-4998EF730F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07140" y="2440621"/>
            <a:ext cx="558486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Tolerance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Component 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Rotating bevel gear assemblies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Piston installation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3D Printing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BEE8F9-A8CC-C357-B98B-FD2D440C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27" y="2038350"/>
            <a:ext cx="5632773" cy="381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1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84DD-CC5D-3DAD-F488-3D647053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456229-518C-25BD-FD70-D0755937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46888"/>
            <a:ext cx="2771648" cy="760645"/>
          </a:xfrm>
        </p:spPr>
        <p:txBody>
          <a:bodyPr/>
          <a:lstStyle/>
          <a:p>
            <a:r>
              <a:rPr lang="en-US" dirty="0"/>
              <a:t>CAD Design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CF26D7C-7200-2F88-B87C-E04CCB8E9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2813" y="1388482"/>
            <a:ext cx="3657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Tolerance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Component 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Hole wizard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Intersection curves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3D Printing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SolidWorks FE</a:t>
            </a:r>
            <a:r>
              <a:rPr lang="en-US" altLang="en-US" sz="1600" dirty="0">
                <a:solidFill>
                  <a:schemeClr val="tx1"/>
                </a:solidFill>
              </a:rPr>
              <a:t>A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2" name="Picture Placeholder 31" descr="A grey metal object with a round object&#10;&#10;AI-generated content may be incorrect.">
            <a:extLst>
              <a:ext uri="{FF2B5EF4-FFF2-40B4-BE49-F238E27FC236}">
                <a16:creationId xmlns:a16="http://schemas.microsoft.com/office/drawing/2014/main" id="{0BEAE1AA-C4F4-93B0-4729-72DE63FB34A7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t="13462" b="13462"/>
          <a:stretch/>
        </p:blipFill>
        <p:spPr>
          <a:xfrm>
            <a:off x="311150" y="1136650"/>
            <a:ext cx="3657600" cy="2314575"/>
          </a:xfrm>
          <a:prstGeom prst="rect">
            <a:avLst/>
          </a:prstGeom>
        </p:spPr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B0DEA0DB-E4F1-E380-EE3F-EC2A22E0427C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4"/>
          <a:srcRect t="9142" b="9142"/>
          <a:stretch/>
        </p:blipFill>
        <p:spPr>
          <a:xfrm>
            <a:off x="4262283" y="1136650"/>
            <a:ext cx="3657600" cy="2402417"/>
          </a:xfrm>
          <a:prstGeom prst="rect">
            <a:avLst/>
          </a:prstGeom>
        </p:spPr>
      </p:pic>
      <p:pic>
        <p:nvPicPr>
          <p:cNvPr id="36" name="Picture Placeholder 35" descr="A grey wheel with a hole&#10;&#10;AI-generated content may be incorrect.">
            <a:extLst>
              <a:ext uri="{FF2B5EF4-FFF2-40B4-BE49-F238E27FC236}">
                <a16:creationId xmlns:a16="http://schemas.microsoft.com/office/drawing/2014/main" id="{4F5D6C74-31DA-40F3-7F75-E981D0A30932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5"/>
          <a:srcRect t="3993" b="3993"/>
          <a:stretch/>
        </p:blipFill>
        <p:spPr>
          <a:xfrm>
            <a:off x="311150" y="3990975"/>
            <a:ext cx="3657600" cy="2314575"/>
          </a:xfrm>
          <a:prstGeom prst="rect">
            <a:avLst/>
          </a:prstGeom>
        </p:spPr>
      </p:pic>
      <p:pic>
        <p:nvPicPr>
          <p:cNvPr id="38" name="Picture Placeholder 37" descr="A grey rectangular object with holes&#10;&#10;AI-generated content may be incorrect.">
            <a:extLst>
              <a:ext uri="{FF2B5EF4-FFF2-40B4-BE49-F238E27FC236}">
                <a16:creationId xmlns:a16="http://schemas.microsoft.com/office/drawing/2014/main" id="{D0AD1B02-8E57-39E9-0099-DA3EB52982E2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6"/>
          <a:srcRect l="6284" r="6284"/>
          <a:stretch/>
        </p:blipFill>
        <p:spPr>
          <a:xfrm>
            <a:off x="4276725" y="3990975"/>
            <a:ext cx="3657600" cy="2314575"/>
          </a:xfrm>
          <a:prstGeom prst="rect">
            <a:avLst/>
          </a:prstGeom>
        </p:spPr>
      </p:pic>
      <p:pic>
        <p:nvPicPr>
          <p:cNvPr id="3" name="Picture Placeholder 2" descr="A grey object with holes&#10;&#10;AI-generated content may be incorrect.">
            <a:extLst>
              <a:ext uri="{FF2B5EF4-FFF2-40B4-BE49-F238E27FC236}">
                <a16:creationId xmlns:a16="http://schemas.microsoft.com/office/drawing/2014/main" id="{07594643-6CC1-0153-43CE-010E37E00F88}"/>
              </a:ext>
            </a:extLst>
          </p:cNvPr>
          <p:cNvPicPr>
            <a:picLocks noGrp="1" noChangeAspect="1"/>
          </p:cNvPicPr>
          <p:nvPr>
            <p:ph type="pic" idx="18"/>
          </p:nvPr>
        </p:nvPicPr>
        <p:blipFill>
          <a:blip r:embed="rId7"/>
          <a:srcRect t="3818" b="3818"/>
          <a:stretch/>
        </p:blipFill>
        <p:spPr>
          <a:xfrm>
            <a:off x="8221663" y="3990975"/>
            <a:ext cx="3657600" cy="23145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6D750C6-C1D8-AF0D-E20B-B56CB5C0D866}"/>
              </a:ext>
            </a:extLst>
          </p:cNvPr>
          <p:cNvSpPr txBox="1"/>
          <p:nvPr/>
        </p:nvSpPr>
        <p:spPr>
          <a:xfrm>
            <a:off x="301751" y="3539067"/>
            <a:ext cx="366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Pillow Block Assembly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FA88F4-1EB8-F694-E8E4-C6A5C16E5292}"/>
              </a:ext>
            </a:extLst>
          </p:cNvPr>
          <p:cNvSpPr txBox="1"/>
          <p:nvPr/>
        </p:nvSpPr>
        <p:spPr>
          <a:xfrm>
            <a:off x="4262281" y="3539067"/>
            <a:ext cx="395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Pillow Block Assembly FEA SolidWorks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4C796A-5E1F-579D-B81E-2748C5EBC8EE}"/>
              </a:ext>
            </a:extLst>
          </p:cNvPr>
          <p:cNvSpPr txBox="1"/>
          <p:nvPr/>
        </p:nvSpPr>
        <p:spPr>
          <a:xfrm>
            <a:off x="301751" y="6388203"/>
            <a:ext cx="366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 Wheel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A56FA5-5DC1-AF87-5373-C9DE7D8D6EAC}"/>
              </a:ext>
            </a:extLst>
          </p:cNvPr>
          <p:cNvSpPr txBox="1"/>
          <p:nvPr/>
        </p:nvSpPr>
        <p:spPr>
          <a:xfrm>
            <a:off x="4262282" y="6388203"/>
            <a:ext cx="366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Tooling Pad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1D3D01-A345-B20E-31E8-29A53E3433B1}"/>
              </a:ext>
            </a:extLst>
          </p:cNvPr>
          <p:cNvSpPr txBox="1"/>
          <p:nvPr/>
        </p:nvSpPr>
        <p:spPr>
          <a:xfrm>
            <a:off x="8116485" y="6388203"/>
            <a:ext cx="366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Pipe Joint</a:t>
            </a:r>
          </a:p>
        </p:txBody>
      </p:sp>
    </p:spTree>
    <p:extLst>
      <p:ext uri="{BB962C8B-B14F-4D97-AF65-F5344CB8AC3E}">
        <p14:creationId xmlns:p14="http://schemas.microsoft.com/office/powerpoint/2010/main" val="406442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39B81-73B4-E243-6CC5-4F3189B2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C3B8C9-C90C-70F5-68A8-0A97B671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46888"/>
            <a:ext cx="2771648" cy="760645"/>
          </a:xfrm>
        </p:spPr>
        <p:txBody>
          <a:bodyPr/>
          <a:lstStyle/>
          <a:p>
            <a:r>
              <a:rPr lang="en-US" dirty="0"/>
              <a:t>CAD Design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4A0273D-A5CC-0867-A599-D9A35941FE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2813" y="1511594"/>
            <a:ext cx="3657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Skills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Tolerance control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Component fitting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Hole wizard (screws and bolts)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Intersection curves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3D Printing</a:t>
            </a:r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006DC9E6-40AD-41ED-CDEF-CA459DCBA5BA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t="6166" b="6166"/>
          <a:stretch/>
        </p:blipFill>
        <p:spPr>
          <a:xfrm>
            <a:off x="311150" y="1136650"/>
            <a:ext cx="3657600" cy="2314575"/>
          </a:xfrm>
          <a:prstGeom prst="rect">
            <a:avLst/>
          </a:prstGeom>
        </p:spPr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63CC7D81-C92F-4717-2D56-57169C35A457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4"/>
          <a:srcRect t="1759" b="1759"/>
          <a:stretch/>
        </p:blipFill>
        <p:spPr>
          <a:xfrm>
            <a:off x="4200139" y="2423604"/>
            <a:ext cx="3808202" cy="2501337"/>
          </a:xfrm>
          <a:prstGeom prst="rect">
            <a:avLst/>
          </a:prstGeom>
        </p:spPr>
      </p:pic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3CABBE19-1301-A80B-DCD7-741FAB64B47E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5"/>
          <a:srcRect t="1066" r="-41989" b="11501"/>
          <a:stretch>
            <a:fillRect/>
          </a:stretch>
        </p:blipFill>
        <p:spPr>
          <a:xfrm>
            <a:off x="542539" y="3981192"/>
            <a:ext cx="3657600" cy="23145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0C79A30-ECED-4EB5-0C2E-82FFA9053BF6}"/>
              </a:ext>
            </a:extLst>
          </p:cNvPr>
          <p:cNvSpPr txBox="1"/>
          <p:nvPr/>
        </p:nvSpPr>
        <p:spPr>
          <a:xfrm>
            <a:off x="301751" y="3539067"/>
            <a:ext cx="366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Pedestal Base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2043AD-4238-2CE5-642A-2F4D6ECBC490}"/>
              </a:ext>
            </a:extLst>
          </p:cNvPr>
          <p:cNvSpPr txBox="1"/>
          <p:nvPr/>
        </p:nvSpPr>
        <p:spPr>
          <a:xfrm>
            <a:off x="4475346" y="5352018"/>
            <a:ext cx="366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Pillow Block Assembly FEA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97C5DF-9E71-41FD-E3EB-F3368BF05E16}"/>
              </a:ext>
            </a:extLst>
          </p:cNvPr>
          <p:cNvSpPr txBox="1"/>
          <p:nvPr/>
        </p:nvSpPr>
        <p:spPr>
          <a:xfrm>
            <a:off x="542539" y="6368560"/>
            <a:ext cx="366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Mounting Bracket</a:t>
            </a:r>
          </a:p>
        </p:txBody>
      </p:sp>
    </p:spTree>
    <p:extLst>
      <p:ext uri="{BB962C8B-B14F-4D97-AF65-F5344CB8AC3E}">
        <p14:creationId xmlns:p14="http://schemas.microsoft.com/office/powerpoint/2010/main" val="18491762"/>
      </p:ext>
    </p:extLst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Interior Design Portfolio 1">
      <a:dk1>
        <a:srgbClr val="000000"/>
      </a:dk1>
      <a:lt1>
        <a:srgbClr val="FFFFFF"/>
      </a:lt1>
      <a:dk2>
        <a:srgbClr val="252525"/>
      </a:dk2>
      <a:lt2>
        <a:srgbClr val="E8E8E8"/>
      </a:lt2>
      <a:accent1>
        <a:srgbClr val="D3D7D8"/>
      </a:accent1>
      <a:accent2>
        <a:srgbClr val="0E2842"/>
      </a:accent2>
      <a:accent3>
        <a:srgbClr val="30331F"/>
      </a:accent3>
      <a:accent4>
        <a:srgbClr val="645D3B"/>
      </a:accent4>
      <a:accent5>
        <a:srgbClr val="919C90"/>
      </a:accent5>
      <a:accent6>
        <a:srgbClr val="D6C9B3"/>
      </a:accent6>
      <a:hlink>
        <a:srgbClr val="467886"/>
      </a:hlink>
      <a:folHlink>
        <a:srgbClr val="96607D"/>
      </a:folHlink>
    </a:clrScheme>
    <a:fontScheme name="Custom 54">
      <a:majorFont>
        <a:latin typeface="Quiche Sans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nterior Design Portfolio Slideshow_win32_EF_v8" id="{C8374DDF-BAB6-4642-8798-1E36558373CE}" vid="{CA9F9D91-4934-4C1B-BFB3-B984D98B3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2836C20-D647-4285-93E0-17313328B0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1C109D-81EE-4914-AE99-FCAB4288A5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EDB119-68D6-4EC5-AEFA-9316F97E622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interior design portfolio</Template>
  <TotalTime>110</TotalTime>
  <Words>120</Words>
  <Application>Microsoft Office PowerPoint</Application>
  <PresentationFormat>Widescreen</PresentationFormat>
  <Paragraphs>55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Quiche Sans</vt:lpstr>
      <vt:lpstr>Quicksand</vt:lpstr>
      <vt:lpstr>Portfolio</vt:lpstr>
      <vt:lpstr>Aarav Artham Portfolio</vt:lpstr>
      <vt:lpstr>Composite Bulkhead Aeroshell Design LHR Solar</vt:lpstr>
      <vt:lpstr>4 Cylinder engine</vt:lpstr>
      <vt:lpstr>Differential Gearbox</vt:lpstr>
      <vt:lpstr>CAD Design</vt:lpstr>
      <vt:lpstr>CAD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Artham, Aarav</dc:creator>
  <cp:lastModifiedBy>Artham, Aarav</cp:lastModifiedBy>
  <cp:revision>3</cp:revision>
  <dcterms:created xsi:type="dcterms:W3CDTF">2026-01-02T08:06:50Z</dcterms:created>
  <dcterms:modified xsi:type="dcterms:W3CDTF">2026-01-29T05:18:30Z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